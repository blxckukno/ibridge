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181B-3C02-493B-9102-6B644CC7D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C2E96-A391-495E-9151-4384E5649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21669-3200-4E2F-B7D5-D847034D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27AA6-9A11-4EA9-8DA3-9A9CAD8A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2A6A7-6E6A-47DE-BCBA-649425CA4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91857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567B-7D9E-417B-9B9B-6782DB446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90CDF-38AB-4C6D-B9E9-555761D37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B2C14-E3D5-4FBF-81CE-F1FA76FE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4DB82-1AE9-4CA7-B6E4-FCA5463A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94D0-EDC8-4766-89E3-DFBBFBFB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5915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2A5A-B45A-4350-830D-EAD52E53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4383E-4BDE-4731-BC43-0C47E0BA7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E8077-9D1A-4198-ADD0-F882B622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BAA8-4F44-4C2C-A9F7-27F640467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3EACF-8D22-4DE5-8C85-3DBBC0CC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5223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CB305-E6B9-40B3-B488-256C1EFB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5554E-6B6D-4FFC-B566-CC923B120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705E3-952A-4FD6-A442-28EF5944D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2B9B0-A3F6-464B-AE96-FBAB5FD9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DA659-CA72-4140-BB41-A4419E0D4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752BB-DEA6-4C40-AF94-89D0E39F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095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FCBA-E064-4995-93E6-A8AB9C712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E0757-957F-4783-BA3D-4E9D63778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728BE-5B52-491F-A868-5514977E9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ACA27E-5958-4DB1-A824-043798B27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48229-0AB9-4267-A1B9-EC812161E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263A69-3EE5-4EEE-AE77-500C8189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F3731-4291-4768-BE73-8161C453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139D8-E150-4CD2-BD67-AC119BC9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959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2268-972A-4A94-82E2-E33A06A5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D3E7D-E2C2-4380-943C-64C1B4A2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843DA-FC89-45BD-9212-4455F96C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5C9A9-36EA-4F2B-94BE-91B2691B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852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13522D-A4E4-4476-8118-436EC3121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FB772-17C2-499F-8383-413665E6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7269D-F10A-41AF-9985-E6413824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626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EA05-B25E-4135-A5BA-CD713EA3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98040-C809-4876-B6A1-AEB986BEB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7BBE8-BB3E-4156-817D-2580ED390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B3685-421D-45FB-8EFB-E1DDC063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F0BF5-C211-4D1C-865C-D202A65F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AA793-651B-4728-8D16-A040F57D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1084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6761-A7F9-4ABA-9776-83130537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5C45A-451F-43EE-BE4F-897966719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70C58-E5B5-4535-95E9-0A6B82134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E1BF4-474F-48A4-B60E-AB81BA45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CF51B-00FD-47FC-B6AB-5444217E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C95DD-E9A2-43D3-ACB2-BEF31402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980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B420-1DC4-4B5A-BF6F-E2D8413F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D987F-50EE-4982-9572-C2B8416B9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C60F9-6347-47C1-9880-E69F7A2A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A2DA-FFD9-4AD5-B974-0BB69D75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704F5-2773-40A1-89B3-778630CD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214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4A04A-24A2-4B36-9D62-19FA70685E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6FC0F-5107-404C-9A09-A42DF182C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69EED-8DCE-4B12-A74C-7B9538D5D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D6DDD-4F2A-4F31-9011-232F8035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25BFE-C8D4-44C3-9267-434C875C7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296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081E-F068-4C14-8349-DC5759C3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E9907-6603-4AA5-B825-A1B67AD6A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EFD57-6FF4-4435-BA58-EB4E25D9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114BC-15C0-4907-BAEE-1A484B22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74B4-BF79-42CC-A9C7-78F133F19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4370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1CBC8-E55E-44D6-AC37-DC1DA0F1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6F2B0-6869-4A33-BA5A-7540BAB47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3520B-485E-43BE-8484-417BB93EE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71C89-746E-4336-AC65-066B3E0A02F3}" type="datetimeFigureOut">
              <a:rPr lang="en-ZA" smtClean="0"/>
              <a:t>2025/07/11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C301-51D7-47FE-B9B3-9899740C7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A3B97-9C4C-4D5E-A666-CAC73694E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03A88-7084-4AC7-816B-7FDB47C15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855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DB7EB-599A-47CF-842A-F6CA787CDF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Email Impact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F3C7A-5284-4DF1-8F35-B78A54D37A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/>
              <a:t>Generated: 2025-07-11 07:40:30</a:t>
            </a:r>
          </a:p>
        </p:txBody>
      </p:sp>
    </p:spTree>
    <p:extLst>
      <p:ext uri="{BB962C8B-B14F-4D97-AF65-F5344CB8AC3E}">
        <p14:creationId xmlns:p14="http://schemas.microsoft.com/office/powerpoint/2010/main" val="275513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7A80-6062-4BA0-AE1C-17859F9A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Email Statistics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31B2E-17EA-460B-B363-3631AE3CE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Total Emails: </a:t>
            </a:r>
          </a:p>
          <a:p>
            <a:r>
              <a:rPr lang="en-GB"/>
              <a:t>Daily Average: 0</a:t>
            </a:r>
          </a:p>
          <a:p>
            <a:r>
              <a:rPr lang="en-GB"/>
              <a:t>Total Size: 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060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Email Impact Report</vt:lpstr>
      <vt:lpstr>Email Statistics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Impact Report</dc:title>
  <dc:creator>Lwandile Gasela</dc:creator>
  <cp:lastModifiedBy>Lwandile Gasela</cp:lastModifiedBy>
  <cp:revision>1</cp:revision>
  <dcterms:created xsi:type="dcterms:W3CDTF">2025-07-11T05:40:30Z</dcterms:created>
  <dcterms:modified xsi:type="dcterms:W3CDTF">2025-07-11T05:40:30Z</dcterms:modified>
</cp:coreProperties>
</file>